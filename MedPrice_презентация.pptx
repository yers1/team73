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WbYcNJw3OOEz6FvEe4yeXnE+H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r>
              <a:t>MedPrice.kz — агрегатор и сравнение цен на медуслуги</a:t>
            </a: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Кейс 1 · MedServicePrice    |    Команда № ___</a:t>
            </a: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356099" cy="7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3736575" y="4670225"/>
            <a:ext cx="23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Караганда 202</a:t>
            </a:r>
            <a:r>
              <a:rPr lang="ru"/>
              <a:t>6</a:t>
            </a: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Краткое описание проделанной работы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/>
              <a:t>Проблема: пациент вручную обходит десятки сайтов клиник — цены нигде не собраны.</a:t>
            </a:r>
            <a:endParaRPr/>
          </a:p>
          <a:p>
            <a:pPr/>
            <a:r>
              <a:rPr b="1"/>
              <a:t>Использованные ресурсы:</a:t>
            </a:r>
          </a:p>
          <a:p>
            <a:pPr lvl="1"/>
            <a:r>
              <a:rPr b="0"/>
              <a:t>Прайсы 8 клиник: PDF, DOCX, Excel, в т.ч. сканы + справочник услуг</a:t>
            </a:r>
          </a:p>
          <a:p>
            <a:pPr lvl="1"/>
            <a:r>
              <a:rPr b="0"/>
              <a:t>Стек: Python (FastAPI, pdfplumber), SQLite, React, деплой на Vercel</a:t>
            </a:r>
          </a:p>
          <a:p>
            <a:pPr/>
            <a:r>
              <a:rPr b="1"/>
              <a:t>Полученные результаты:</a:t>
            </a:r>
          </a:p>
          <a:p>
            <a:pPr lvl="1"/>
            <a:r>
              <a:rPr b="0"/>
              <a:t>Парсер всех форматов + очистка OCR; нормализация по коду тарификатора — 3 558 точных совпадений</a:t>
            </a:r>
          </a:p>
          <a:p>
            <a:pPr lvl="1"/>
            <a:r>
              <a:rPr b="0"/>
              <a:t>2 050 цен · 778 услуг · 8 клиник · 5 городов (минимумы ТЗ перевыполнены)</a:t>
            </a:r>
          </a:p>
          <a:p>
            <a:pPr lvl="1"/>
            <a:r>
              <a:rPr b="0"/>
              <a:t>Поиск и сравнение, «честная цена», медкорзина (экономия до 68%), история цен, AI-ассистент, карта</a:t>
            </a:r>
          </a:p>
          <a:p>
            <a:pPr lvl="1"/>
            <a:r>
              <a:rPr b="1"/>
              <a:t>Рабочий MVP онлайн: medtech-self.vercel.app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Демонстрация прототипа 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/>
              <a:t>Открываем https://medtech-self.vercel.app — демонстрация экрана (2 мин)</a:t>
            </a:r>
            <a:endParaRPr/>
          </a:p>
          <a:p>
            <a:pPr lvl="1"/>
            <a:r>
              <a:rPr b="0"/>
              <a:t>Поиск услуги → сравнение цен по клиникам; бейджи «ниже / выше рынка»</a:t>
            </a:r>
          </a:p>
          <a:p>
            <a:pPr lvl="1"/>
            <a:r>
              <a:rPr b="0"/>
              <a:t>История цены по годам + метка «по коду тарификатора»</a:t>
            </a:r>
          </a:p>
          <a:p>
            <a:pPr lvl="1"/>
            <a:r>
              <a:rPr b="0"/>
              <a:t>Медкорзина: собрали чек-ап → оптимальная раскладка по клиникам, экономия 68%</a:t>
            </a:r>
          </a:p>
          <a:p>
            <a:pPr lvl="1"/>
            <a:r>
              <a:rPr b="0"/>
              <a:t>AI-ассистент: запрос или симптом → подбор анализов и цен</a:t>
            </a:r>
          </a:p>
          <a:p>
            <a:pPr lvl="1"/>
            <a:r>
              <a:rPr b="0"/>
              <a:t>Карта клиник + админ-панель: журнал парсинга, очередь ручной разметки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